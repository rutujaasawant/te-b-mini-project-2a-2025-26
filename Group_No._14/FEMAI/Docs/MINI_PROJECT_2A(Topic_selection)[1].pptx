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8"/>
  </p:notesMasterIdLst>
  <p:sldIdLst>
    <p:sldId id="256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abC+ZS2TKaoyizVQOrPGH6Ah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/>
        </p:nvSpPr>
        <p:spPr>
          <a:xfrm>
            <a:off x="4279900" y="10156825"/>
            <a:ext cx="32766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6" name="Google Shape;86;p8:notes"/>
          <p:cNvSpPr txBox="1"/>
          <p:nvPr/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720725" y="4679950"/>
            <a:ext cx="6116637" cy="503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 txBox="1">
            <a:spLocks noGrp="1"/>
          </p:cNvSpPr>
          <p:nvPr>
            <p:ph type="dt" idx="10"/>
          </p:nvPr>
        </p:nvSpPr>
        <p:spPr>
          <a:xfrm>
            <a:off x="1098240" y="6459078"/>
            <a:ext cx="2471039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8"/>
          <p:cNvSpPr txBox="1">
            <a:spLocks noGrp="1"/>
          </p:cNvSpPr>
          <p:nvPr>
            <p:ph type="ftr" idx="11"/>
          </p:nvPr>
        </p:nvSpPr>
        <p:spPr>
          <a:xfrm>
            <a:off x="3686400" y="6459078"/>
            <a:ext cx="482304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8"/>
          <p:cNvSpPr txBox="1">
            <a:spLocks noGrp="1"/>
          </p:cNvSpPr>
          <p:nvPr>
            <p:ph type="sldNum" idx="12"/>
          </p:nvPr>
        </p:nvSpPr>
        <p:spPr>
          <a:xfrm>
            <a:off x="9899520" y="6459078"/>
            <a:ext cx="131328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/>
          <p:nvPr/>
        </p:nvSpPr>
        <p:spPr>
          <a:xfrm>
            <a:off x="3840" y="6401472"/>
            <a:ext cx="12188160" cy="45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82925" tIns="41450" rIns="82925" bIns="4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7"/>
          <p:cNvSpPr/>
          <p:nvPr/>
        </p:nvSpPr>
        <p:spPr>
          <a:xfrm>
            <a:off x="0" y="6333786"/>
            <a:ext cx="12188160" cy="64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82925" tIns="41450" rIns="82925" bIns="4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7"/>
          <p:cNvSpPr txBox="1">
            <a:spLocks noGrp="1"/>
          </p:cNvSpPr>
          <p:nvPr>
            <p:ph type="title"/>
          </p:nvPr>
        </p:nvSpPr>
        <p:spPr>
          <a:xfrm>
            <a:off x="1096320" y="286590"/>
            <a:ext cx="10058879" cy="1450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7"/>
          <p:cNvSpPr txBox="1">
            <a:spLocks noGrp="1"/>
          </p:cNvSpPr>
          <p:nvPr>
            <p:ph type="body" idx="1"/>
          </p:nvPr>
        </p:nvSpPr>
        <p:spPr>
          <a:xfrm>
            <a:off x="1096320" y="1846274"/>
            <a:ext cx="10058879" cy="402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325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 "/>
              <a:defRPr sz="2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◦"/>
              <a:defRPr sz="19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658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6580" algn="l" rtl="0">
              <a:lnSpc>
                <a:spcPct val="90000"/>
              </a:lnSpc>
              <a:spcBef>
                <a:spcPts val="441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6580" algn="l" rtl="0">
              <a:lnSpc>
                <a:spcPct val="90000"/>
              </a:lnSpc>
              <a:spcBef>
                <a:spcPts val="441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6580" algn="l" rtl="0">
              <a:lnSpc>
                <a:spcPct val="90000"/>
              </a:lnSpc>
              <a:spcBef>
                <a:spcPts val="441"/>
              </a:spcBef>
              <a:spcAft>
                <a:spcPts val="441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7"/>
          <p:cNvSpPr txBox="1">
            <a:spLocks noGrp="1"/>
          </p:cNvSpPr>
          <p:nvPr>
            <p:ph type="dt" idx="10"/>
          </p:nvPr>
        </p:nvSpPr>
        <p:spPr>
          <a:xfrm>
            <a:off x="1098240" y="6459078"/>
            <a:ext cx="2471039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ftr" idx="11"/>
          </p:nvPr>
        </p:nvSpPr>
        <p:spPr>
          <a:xfrm>
            <a:off x="3686400" y="6459078"/>
            <a:ext cx="482304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sldNum" idx="12"/>
          </p:nvPr>
        </p:nvSpPr>
        <p:spPr>
          <a:xfrm>
            <a:off x="9899520" y="6459078"/>
            <a:ext cx="131328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2000394" y="1914525"/>
            <a:ext cx="8191212" cy="410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85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MINI PROJECT 2-A 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3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(Topic selection)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A.Y-2024-2025</a:t>
            </a:r>
            <a:endParaRPr lang="en-IN" sz="105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94000"/>
              </a:lnSpc>
            </a:pPr>
            <a:endParaRPr lang="en-IN" sz="2400" b="1" dirty="0">
              <a:solidFill>
                <a:srgbClr val="002060"/>
              </a:solidFill>
            </a:endParaRPr>
          </a:p>
          <a:p>
            <a:pPr algn="ctr">
              <a:lnSpc>
                <a:spcPct val="94000"/>
              </a:lnSpc>
            </a:pPr>
            <a:r>
              <a:rPr lang="en-IN" sz="2000" b="1" dirty="0">
                <a:solidFill>
                  <a:srgbClr val="002060"/>
                </a:solidFill>
              </a:rPr>
              <a:t>Harsh Lad           24200702</a:t>
            </a: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Siddhesh Surve  24207004</a:t>
            </a: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002060"/>
                </a:solidFill>
              </a:rPr>
              <a:t>Sujal Jain             24207015</a:t>
            </a: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002060"/>
                </a:solidFill>
              </a:rPr>
              <a:t>Aryan Shelar   </a:t>
            </a:r>
            <a:r>
              <a:rPr lang="en-IN" sz="2000" dirty="0"/>
              <a:t>     </a:t>
            </a:r>
            <a:r>
              <a:rPr lang="en-IN" sz="2000" b="1" dirty="0">
                <a:solidFill>
                  <a:srgbClr val="002060"/>
                </a:solidFill>
              </a:rPr>
              <a:t>24207012</a:t>
            </a: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002060"/>
              </a:solidFill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Computer Science and Engineering 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 Data Science )</a:t>
            </a:r>
            <a:endParaRPr sz="24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650" y="494218"/>
            <a:ext cx="6943725" cy="142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4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PCOS and PCOD are increasingly prevalent endocrine disorders that often go undiagnosed, especially in rural populations due to stigma, illiteracy, and lack of access to gynecological care.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 This project proposes a machine learning-based diagnostic tool that utilizes Natural Language Processing (NLP) to convert voice inputs into structured symptom data using speech-to-text models like Whisper or Google Speech API. 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The system predicts PCOS/PCOD likelihood through clinical and symptomatic analysis and auto-generates personalized PDF health reports. By integrating voice accessibility and intelligent prediction, the project offers a scalable, privacy-conscious, and dignified solution that can bridge healthcare gaps in underserved communities.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" name="Google Shape;131;p44">
            <a:extLst>
              <a:ext uri="{FF2B5EF4-FFF2-40B4-BE49-F238E27FC236}">
                <a16:creationId xmlns:a16="http://schemas.microsoft.com/office/drawing/2014/main" id="{554AFF09-3A5E-516D-B2D5-8370B5DDB1FD}"/>
              </a:ext>
            </a:extLst>
          </p:cNvPr>
          <p:cNvSpPr txBox="1">
            <a:spLocks/>
          </p:cNvSpPr>
          <p:nvPr/>
        </p:nvSpPr>
        <p:spPr>
          <a:xfrm>
            <a:off x="0" y="176214"/>
            <a:ext cx="121920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1515"/>
            </a:pP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rgbClr val="C00000"/>
                </a:solidFill>
              </a:rPr>
              <a:t>FemAI</a:t>
            </a:r>
            <a:r>
              <a:rPr lang="en-US" sz="4000" b="1" dirty="0">
                <a:solidFill>
                  <a:srgbClr val="C00000"/>
                </a:solidFill>
              </a:rPr>
              <a:t>-Health(PCOD/PCOS)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>
            <a:spLocks noGrp="1"/>
          </p:cNvSpPr>
          <p:nvPr>
            <p:ph type="body" idx="1"/>
          </p:nvPr>
        </p:nvSpPr>
        <p:spPr>
          <a:xfrm>
            <a:off x="732518" y="1036865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b="1" dirty="0">
                <a:solidFill>
                  <a:schemeClr val="dk1"/>
                </a:solidFill>
              </a:rPr>
              <a:t>Objective: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To build a predictive model that detects PCOS or PCOD based on both clinical indicators and self-reported symptoms.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To design a simple and inclusive interface that supports voice interaction, multiple languages for rural deployment.</a:t>
            </a:r>
            <a:endParaRPr lang="en-IN" b="1" dirty="0">
              <a:solidFill>
                <a:schemeClr val="dk1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b="1" dirty="0">
                <a:solidFill>
                  <a:schemeClr val="dk1"/>
                </a:solidFill>
              </a:rPr>
              <a:t>Feature: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Voice-to-Text Symptom Entry – Allows women to describe their problems verbally, which the system converts into text using NLP (Whisper / Google Speech API), eliminating literacy barriers.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PCOS vs PCOD Differentiation – Unlike most models that detect only PCOS, our system distinguishes between PCOD and PCOS for better clinical relevance.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Privacy-Focused &amp; Stigma-Free Interaction – Users can access the tool privately without needing to speak to a doctor, reducing hesitation and embarrassment.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</a:rPr>
              <a:t>Multilingual Interface &amp; Rural Readiness – Optional integration for regional languages and offline capability for remote deployment. " give me more features like this which we can be implemented.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" name="Google Shape;131;p44">
            <a:extLst>
              <a:ext uri="{FF2B5EF4-FFF2-40B4-BE49-F238E27FC236}">
                <a16:creationId xmlns:a16="http://schemas.microsoft.com/office/drawing/2014/main" id="{2484B094-A65B-C2D9-F680-145E909643DC}"/>
              </a:ext>
            </a:extLst>
          </p:cNvPr>
          <p:cNvSpPr txBox="1">
            <a:spLocks/>
          </p:cNvSpPr>
          <p:nvPr/>
        </p:nvSpPr>
        <p:spPr>
          <a:xfrm>
            <a:off x="54429" y="208529"/>
            <a:ext cx="12137571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1515"/>
            </a:pP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rgbClr val="C00000"/>
                </a:solidFill>
              </a:rPr>
              <a:t>FemAI</a:t>
            </a:r>
            <a:r>
              <a:rPr lang="en-US" sz="4000" b="1" dirty="0">
                <a:solidFill>
                  <a:srgbClr val="C00000"/>
                </a:solidFill>
              </a:rPr>
              <a:t>-Health(PCOD/PCOS)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>
            <a:spLocks noGrp="1"/>
          </p:cNvSpPr>
          <p:nvPr>
            <p:ph type="body" idx="1"/>
          </p:nvPr>
        </p:nvSpPr>
        <p:spPr>
          <a:xfrm>
            <a:off x="179614" y="1109492"/>
            <a:ext cx="1877786" cy="58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800" b="1" dirty="0">
                <a:solidFill>
                  <a:schemeClr val="dk1"/>
                </a:solidFill>
              </a:rPr>
              <a:t>Dataset:-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F5F94-437B-5165-F8F2-D7282C6A4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42" y="1850571"/>
            <a:ext cx="11306344" cy="4386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Google Shape;131;p44">
            <a:extLst>
              <a:ext uri="{FF2B5EF4-FFF2-40B4-BE49-F238E27FC236}">
                <a16:creationId xmlns:a16="http://schemas.microsoft.com/office/drawing/2014/main" id="{41A69022-F372-AAD5-E578-4FBA3AC47F26}"/>
              </a:ext>
            </a:extLst>
          </p:cNvPr>
          <p:cNvSpPr txBox="1">
            <a:spLocks/>
          </p:cNvSpPr>
          <p:nvPr/>
        </p:nvSpPr>
        <p:spPr>
          <a:xfrm>
            <a:off x="54429" y="259557"/>
            <a:ext cx="12137571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1515"/>
            </a:pP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rgbClr val="C00000"/>
                </a:solidFill>
              </a:rPr>
              <a:t>FemAI</a:t>
            </a:r>
            <a:r>
              <a:rPr lang="en-US" sz="4000" b="1" dirty="0">
                <a:solidFill>
                  <a:srgbClr val="C00000"/>
                </a:solidFill>
              </a:rPr>
              <a:t>-Health(PCOD/PCOS)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34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800"/>
              <a:buFont typeface="Calibri"/>
              <a:buNone/>
            </a:pPr>
            <a:r>
              <a:rPr lang="en-IN" sz="8800" b="1" dirty="0">
                <a:solidFill>
                  <a:srgbClr val="C00000"/>
                </a:solidFill>
              </a:rPr>
              <a:t>Thank You !!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323</Words>
  <Application>Microsoft Office PowerPoint</Application>
  <PresentationFormat>Widescreen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3_Retrospect</vt:lpstr>
      <vt:lpstr>Office Theme</vt:lpstr>
      <vt:lpstr>PowerPoint Presentation</vt:lpstr>
      <vt:lpstr>PowerPoint Presentation</vt:lpstr>
      <vt:lpstr>PowerPoint Presentation</vt:lpstr>
      <vt:lpstr>PowerPoint Presentation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Poonam Pangarkar</dc:creator>
  <cp:lastModifiedBy>Pravin Shelar</cp:lastModifiedBy>
  <cp:revision>12</cp:revision>
  <dcterms:created xsi:type="dcterms:W3CDTF">2022-07-21T10:07:11Z</dcterms:created>
  <dcterms:modified xsi:type="dcterms:W3CDTF">2025-08-23T05:45:47Z</dcterms:modified>
</cp:coreProperties>
</file>